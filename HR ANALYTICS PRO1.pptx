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8" r:id="rId3"/>
    <p:sldId id="259" r:id="rId4"/>
    <p:sldId id="260" r:id="rId5"/>
    <p:sldId id="281" r:id="rId6"/>
    <p:sldId id="282" r:id="rId7"/>
    <p:sldId id="261" r:id="rId8"/>
    <p:sldId id="262" r:id="rId9"/>
    <p:sldId id="266" r:id="rId10"/>
    <p:sldId id="280" r:id="rId11"/>
    <p:sldId id="268" r:id="rId12"/>
    <p:sldId id="269" r:id="rId13"/>
    <p:sldId id="270" r:id="rId14"/>
    <p:sldId id="271" r:id="rId15"/>
    <p:sldId id="272" r:id="rId16"/>
    <p:sldId id="283" r:id="rId17"/>
    <p:sldId id="284" r:id="rId18"/>
    <p:sldId id="28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046017-7136-4EDF-ADCE-9E1DFE5916C7}" v="58" dt="2026-07-03T19:57:01.1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47" d="100"/>
          <a:sy n="47" d="100"/>
        </p:scale>
        <p:origin x="1416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ttika maity" userId="828310bd016f3a07" providerId="LiveId" clId="{5ABEB0C5-DA3F-4DEF-989E-398DB7726EB2}"/>
    <pc:docChg chg="undo custSel addSld delSld modSld sldOrd modMainMaster modShowInfo">
      <pc:chgData name="rittika maity" userId="828310bd016f3a07" providerId="LiveId" clId="{5ABEB0C5-DA3F-4DEF-989E-398DB7726EB2}" dt="2026-07-03T19:57:01.157" v="1709"/>
      <pc:docMkLst>
        <pc:docMk/>
      </pc:docMkLst>
      <pc:sldChg chg="addSp delSp modSp mod modTransition">
        <pc:chgData name="rittika maity" userId="828310bd016f3a07" providerId="LiveId" clId="{5ABEB0C5-DA3F-4DEF-989E-398DB7726EB2}" dt="2026-07-03T19:57:01.157" v="1709"/>
        <pc:sldMkLst>
          <pc:docMk/>
          <pc:sldMk cId="4117992248" sldId="256"/>
        </pc:sldMkLst>
        <pc:spChg chg="add mod ord">
          <ac:chgData name="rittika maity" userId="828310bd016f3a07" providerId="LiveId" clId="{5ABEB0C5-DA3F-4DEF-989E-398DB7726EB2}" dt="2026-07-03T15:20:08.214" v="140" actId="339"/>
          <ac:spMkLst>
            <pc:docMk/>
            <pc:sldMk cId="4117992248" sldId="256"/>
            <ac:spMk id="5" creationId="{B792A18D-2EDA-2B7D-606A-92F7B4ADB32F}"/>
          </ac:spMkLst>
        </pc:spChg>
        <pc:spChg chg="add del">
          <ac:chgData name="rittika maity" userId="828310bd016f3a07" providerId="LiveId" clId="{5ABEB0C5-DA3F-4DEF-989E-398DB7726EB2}" dt="2026-07-03T15:05:19.143" v="36" actId="21"/>
          <ac:spMkLst>
            <pc:docMk/>
            <pc:sldMk cId="4117992248" sldId="256"/>
            <ac:spMk id="7" creationId="{666E9FF9-AD88-BB20-76FD-50B982F176C8}"/>
          </ac:spMkLst>
        </pc:spChg>
        <pc:spChg chg="add del">
          <ac:chgData name="rittika maity" userId="828310bd016f3a07" providerId="LiveId" clId="{5ABEB0C5-DA3F-4DEF-989E-398DB7726EB2}" dt="2026-07-03T15:06:17.376" v="44" actId="21"/>
          <ac:spMkLst>
            <pc:docMk/>
            <pc:sldMk cId="4117992248" sldId="256"/>
            <ac:spMk id="10" creationId="{5FE2118D-8D46-937F-B881-58F22970197F}"/>
          </ac:spMkLst>
        </pc:spChg>
        <pc:spChg chg="del mod">
          <ac:chgData name="rittika maity" userId="828310bd016f3a07" providerId="LiveId" clId="{5ABEB0C5-DA3F-4DEF-989E-398DB7726EB2}" dt="2026-07-03T15:02:37.207" v="5" actId="478"/>
          <ac:spMkLst>
            <pc:docMk/>
            <pc:sldMk cId="4117992248" sldId="256"/>
            <ac:spMk id="12" creationId="{FE948AAA-DEE8-6B3E-BD47-969CF34AFB5D}"/>
          </ac:spMkLst>
        </pc:spChg>
        <pc:spChg chg="del mod">
          <ac:chgData name="rittika maity" userId="828310bd016f3a07" providerId="LiveId" clId="{5ABEB0C5-DA3F-4DEF-989E-398DB7726EB2}" dt="2026-07-03T15:03:12.203" v="15" actId="21"/>
          <ac:spMkLst>
            <pc:docMk/>
            <pc:sldMk cId="4117992248" sldId="256"/>
            <ac:spMk id="13" creationId="{8DE96EB7-C4B2-FEEE-3C27-8561B07B5548}"/>
          </ac:spMkLst>
        </pc:spChg>
        <pc:spChg chg="add del mod">
          <ac:chgData name="rittika maity" userId="828310bd016f3a07" providerId="LiveId" clId="{5ABEB0C5-DA3F-4DEF-989E-398DB7726EB2}" dt="2026-07-03T15:06:12.812" v="43" actId="21"/>
          <ac:spMkLst>
            <pc:docMk/>
            <pc:sldMk cId="4117992248" sldId="256"/>
            <ac:spMk id="15" creationId="{140359CC-39E3-D01B-C4C1-5A43F78BC5B3}"/>
          </ac:spMkLst>
        </pc:spChg>
        <pc:spChg chg="add del mod">
          <ac:chgData name="rittika maity" userId="828310bd016f3a07" providerId="LiveId" clId="{5ABEB0C5-DA3F-4DEF-989E-398DB7726EB2}" dt="2026-07-03T15:06:09.914" v="42" actId="21"/>
          <ac:spMkLst>
            <pc:docMk/>
            <pc:sldMk cId="4117992248" sldId="256"/>
            <ac:spMk id="16" creationId="{36CFC281-7A1B-2F12-1FB1-913B44AAE8B9}"/>
          </ac:spMkLst>
        </pc:spChg>
        <pc:spChg chg="add del">
          <ac:chgData name="rittika maity" userId="828310bd016f3a07" providerId="LiveId" clId="{5ABEB0C5-DA3F-4DEF-989E-398DB7726EB2}" dt="2026-07-03T15:06:45.158" v="46" actId="21"/>
          <ac:spMkLst>
            <pc:docMk/>
            <pc:sldMk cId="4117992248" sldId="256"/>
            <ac:spMk id="18" creationId="{17450892-0E64-545A-BF63-4365C8250F67}"/>
          </ac:spMkLst>
        </pc:spChg>
        <pc:spChg chg="add mod ord">
          <ac:chgData name="rittika maity" userId="828310bd016f3a07" providerId="LiveId" clId="{5ABEB0C5-DA3F-4DEF-989E-398DB7726EB2}" dt="2026-07-03T15:20:20.270" v="141" actId="339"/>
          <ac:spMkLst>
            <pc:docMk/>
            <pc:sldMk cId="4117992248" sldId="256"/>
            <ac:spMk id="20" creationId="{BB99241A-5722-E0F4-5F7C-739742B6B981}"/>
          </ac:spMkLst>
        </pc:spChg>
        <pc:spChg chg="add del">
          <ac:chgData name="rittika maity" userId="828310bd016f3a07" providerId="LiveId" clId="{5ABEB0C5-DA3F-4DEF-989E-398DB7726EB2}" dt="2026-07-03T15:11:36.808" v="86" actId="22"/>
          <ac:spMkLst>
            <pc:docMk/>
            <pc:sldMk cId="4117992248" sldId="256"/>
            <ac:spMk id="22" creationId="{5831F5DF-C136-2A7D-6B45-EE3E6C50F31D}"/>
          </ac:spMkLst>
        </pc:spChg>
        <pc:spChg chg="add del mod">
          <ac:chgData name="rittika maity" userId="828310bd016f3a07" providerId="LiveId" clId="{5ABEB0C5-DA3F-4DEF-989E-398DB7726EB2}" dt="2026-07-03T15:15:00.933" v="111" actId="21"/>
          <ac:spMkLst>
            <pc:docMk/>
            <pc:sldMk cId="4117992248" sldId="256"/>
            <ac:spMk id="24" creationId="{0BECA5B5-BF8E-2B49-C9C3-BA0E106764AB}"/>
          </ac:spMkLst>
        </pc:spChg>
        <pc:spChg chg="add del">
          <ac:chgData name="rittika maity" userId="828310bd016f3a07" providerId="LiveId" clId="{5ABEB0C5-DA3F-4DEF-989E-398DB7726EB2}" dt="2026-07-03T15:14:26.403" v="107" actId="22"/>
          <ac:spMkLst>
            <pc:docMk/>
            <pc:sldMk cId="4117992248" sldId="256"/>
            <ac:spMk id="26" creationId="{CACA1D41-069C-DCB0-F990-B206A5BAAC97}"/>
          </ac:spMkLst>
        </pc:spChg>
        <pc:spChg chg="add mod">
          <ac:chgData name="rittika maity" userId="828310bd016f3a07" providerId="LiveId" clId="{5ABEB0C5-DA3F-4DEF-989E-398DB7726EB2}" dt="2026-07-03T15:20:26.826" v="142" actId="339"/>
          <ac:spMkLst>
            <pc:docMk/>
            <pc:sldMk cId="4117992248" sldId="256"/>
            <ac:spMk id="28" creationId="{F8D4EA35-A33F-1D0C-DDE6-C1584BEFF6A5}"/>
          </ac:spMkLst>
        </pc:spChg>
        <pc:picChg chg="mod">
          <ac:chgData name="rittika maity" userId="828310bd016f3a07" providerId="LiveId" clId="{5ABEB0C5-DA3F-4DEF-989E-398DB7726EB2}" dt="2026-07-03T15:07:12.835" v="50" actId="1076"/>
          <ac:picMkLst>
            <pc:docMk/>
            <pc:sldMk cId="4117992248" sldId="256"/>
            <ac:picMk id="9" creationId="{CE3694DC-C13F-AA34-C3A7-44F1019A424B}"/>
          </ac:picMkLst>
        </pc:picChg>
        <pc:picChg chg="mod ord">
          <ac:chgData name="rittika maity" userId="828310bd016f3a07" providerId="LiveId" clId="{5ABEB0C5-DA3F-4DEF-989E-398DB7726EB2}" dt="2026-07-03T15:13:19.114" v="103" actId="1076"/>
          <ac:picMkLst>
            <pc:docMk/>
            <pc:sldMk cId="4117992248" sldId="256"/>
            <ac:picMk id="11" creationId="{EA5F1C54-FBDA-7A7F-BD7E-38F8C3C820F8}"/>
          </ac:picMkLst>
        </pc:picChg>
        <pc:picChg chg="add mod">
          <ac:chgData name="rittika maity" userId="828310bd016f3a07" providerId="LiveId" clId="{5ABEB0C5-DA3F-4DEF-989E-398DB7726EB2}" dt="2026-07-03T15:17:24.266" v="129" actId="1076"/>
          <ac:picMkLst>
            <pc:docMk/>
            <pc:sldMk cId="4117992248" sldId="256"/>
            <ac:picMk id="30" creationId="{98A7D52F-86F0-D776-E7AF-9A7B7272C5C3}"/>
          </ac:picMkLst>
        </pc:picChg>
        <pc:cxnChg chg="add mod">
          <ac:chgData name="rittika maity" userId="828310bd016f3a07" providerId="LiveId" clId="{5ABEB0C5-DA3F-4DEF-989E-398DB7726EB2}" dt="2026-07-03T15:19:38.435" v="138" actId="339"/>
          <ac:cxnSpMkLst>
            <pc:docMk/>
            <pc:sldMk cId="4117992248" sldId="256"/>
            <ac:cxnSpMk id="32" creationId="{4B7F6813-0159-A808-EF5A-DD7D2582186C}"/>
          </ac:cxnSpMkLst>
        </pc:cxnChg>
        <pc:cxnChg chg="add mod">
          <ac:chgData name="rittika maity" userId="828310bd016f3a07" providerId="LiveId" clId="{5ABEB0C5-DA3F-4DEF-989E-398DB7726EB2}" dt="2026-07-03T15:20:33.134" v="143" actId="13822"/>
          <ac:cxnSpMkLst>
            <pc:docMk/>
            <pc:sldMk cId="4117992248" sldId="256"/>
            <ac:cxnSpMk id="35" creationId="{FA426639-94C8-AED5-4B8A-B473BC01379D}"/>
          </ac:cxnSpMkLst>
        </pc:cxnChg>
      </pc:sldChg>
      <pc:sldChg chg="del">
        <pc:chgData name="rittika maity" userId="828310bd016f3a07" providerId="LiveId" clId="{5ABEB0C5-DA3F-4DEF-989E-398DB7726EB2}" dt="2026-07-03T15:53:25.110" v="1104" actId="2696"/>
        <pc:sldMkLst>
          <pc:docMk/>
          <pc:sldMk cId="3758604428" sldId="257"/>
        </pc:sldMkLst>
      </pc:sldChg>
      <pc:sldChg chg="addSp delSp modSp mod modTransition modClrScheme chgLayout">
        <pc:chgData name="rittika maity" userId="828310bd016f3a07" providerId="LiveId" clId="{5ABEB0C5-DA3F-4DEF-989E-398DB7726EB2}" dt="2026-07-03T19:57:01.157" v="1709"/>
        <pc:sldMkLst>
          <pc:docMk/>
          <pc:sldMk cId="3600620946" sldId="258"/>
        </pc:sldMkLst>
        <pc:spChg chg="mod ord">
          <ac:chgData name="rittika maity" userId="828310bd016f3a07" providerId="LiveId" clId="{5ABEB0C5-DA3F-4DEF-989E-398DB7726EB2}" dt="2026-07-03T15:34:11.498" v="623" actId="255"/>
          <ac:spMkLst>
            <pc:docMk/>
            <pc:sldMk cId="3600620946" sldId="258"/>
            <ac:spMk id="2" creationId="{D0CAA4BC-5F17-CDAB-F262-0C3291222900}"/>
          </ac:spMkLst>
        </pc:spChg>
        <pc:spChg chg="del mod ord">
          <ac:chgData name="rittika maity" userId="828310bd016f3a07" providerId="LiveId" clId="{5ABEB0C5-DA3F-4DEF-989E-398DB7726EB2}" dt="2026-07-03T15:22:28.903" v="153" actId="700"/>
          <ac:spMkLst>
            <pc:docMk/>
            <pc:sldMk cId="3600620946" sldId="258"/>
            <ac:spMk id="3" creationId="{7DE7E684-A603-CD2B-ABCB-65B49CF3D236}"/>
          </ac:spMkLst>
        </pc:spChg>
        <pc:spChg chg="add mod ord">
          <ac:chgData name="rittika maity" userId="828310bd016f3a07" providerId="LiveId" clId="{5ABEB0C5-DA3F-4DEF-989E-398DB7726EB2}" dt="2026-07-03T15:33:58.965" v="621" actId="14100"/>
          <ac:spMkLst>
            <pc:docMk/>
            <pc:sldMk cId="3600620946" sldId="258"/>
            <ac:spMk id="4" creationId="{9967DA00-187F-E9FE-E919-7558DF26FEDA}"/>
          </ac:spMkLst>
        </pc:spChg>
        <pc:spChg chg="add mod ord">
          <ac:chgData name="rittika maity" userId="828310bd016f3a07" providerId="LiveId" clId="{5ABEB0C5-DA3F-4DEF-989E-398DB7726EB2}" dt="2026-07-03T16:19:09.005" v="1199" actId="20577"/>
          <ac:spMkLst>
            <pc:docMk/>
            <pc:sldMk cId="3600620946" sldId="258"/>
            <ac:spMk id="5" creationId="{3FF2EF59-2350-86F4-735F-3C991A50FED4}"/>
          </ac:spMkLst>
        </pc:spChg>
      </pc:sldChg>
      <pc:sldChg chg="modSp new del mod">
        <pc:chgData name="rittika maity" userId="828310bd016f3a07" providerId="LiveId" clId="{5ABEB0C5-DA3F-4DEF-989E-398DB7726EB2}" dt="2026-07-03T15:22:01.186" v="151" actId="2696"/>
        <pc:sldMkLst>
          <pc:docMk/>
          <pc:sldMk cId="3322092586" sldId="259"/>
        </pc:sldMkLst>
        <pc:spChg chg="mod">
          <ac:chgData name="rittika maity" userId="828310bd016f3a07" providerId="LiveId" clId="{5ABEB0C5-DA3F-4DEF-989E-398DB7726EB2}" dt="2026-07-03T15:21:38.167" v="150" actId="20577"/>
          <ac:spMkLst>
            <pc:docMk/>
            <pc:sldMk cId="3322092586" sldId="259"/>
            <ac:spMk id="2" creationId="{6DB2D920-43B4-1B2D-0B69-1B6A521C6CB0}"/>
          </ac:spMkLst>
        </pc:spChg>
      </pc:sldChg>
      <pc:sldChg chg="addSp delSp modSp new mod modTransition">
        <pc:chgData name="rittika maity" userId="828310bd016f3a07" providerId="LiveId" clId="{5ABEB0C5-DA3F-4DEF-989E-398DB7726EB2}" dt="2026-07-03T19:57:01.157" v="1709"/>
        <pc:sldMkLst>
          <pc:docMk/>
          <pc:sldMk cId="3796144247" sldId="259"/>
        </pc:sldMkLst>
        <pc:spChg chg="mod">
          <ac:chgData name="rittika maity" userId="828310bd016f3a07" providerId="LiveId" clId="{5ABEB0C5-DA3F-4DEF-989E-398DB7726EB2}" dt="2026-07-03T15:52:24.311" v="1103" actId="255"/>
          <ac:spMkLst>
            <pc:docMk/>
            <pc:sldMk cId="3796144247" sldId="259"/>
            <ac:spMk id="2" creationId="{D3E3BE66-DD59-559A-A65F-D371AE78942D}"/>
          </ac:spMkLst>
        </pc:spChg>
        <pc:spChg chg="del">
          <ac:chgData name="rittika maity" userId="828310bd016f3a07" providerId="LiveId" clId="{5ABEB0C5-DA3F-4DEF-989E-398DB7726EB2}" dt="2026-07-03T15:36:11.112" v="643" actId="3680"/>
          <ac:spMkLst>
            <pc:docMk/>
            <pc:sldMk cId="3796144247" sldId="259"/>
            <ac:spMk id="3" creationId="{48A5DC10-8297-2526-9FAB-579085743A01}"/>
          </ac:spMkLst>
        </pc:spChg>
        <pc:spChg chg="add mod">
          <ac:chgData name="rittika maity" userId="828310bd016f3a07" providerId="LiveId" clId="{5ABEB0C5-DA3F-4DEF-989E-398DB7726EB2}" dt="2026-07-03T15:51:57.202" v="1100" actId="313"/>
          <ac:spMkLst>
            <pc:docMk/>
            <pc:sldMk cId="3796144247" sldId="259"/>
            <ac:spMk id="5" creationId="{81591CDC-F7C1-6AF5-2CCB-24602A32AB56}"/>
          </ac:spMkLst>
        </pc:spChg>
        <pc:graphicFrameChg chg="add mod ord modGraphic">
          <ac:chgData name="rittika maity" userId="828310bd016f3a07" providerId="LiveId" clId="{5ABEB0C5-DA3F-4DEF-989E-398DB7726EB2}" dt="2026-07-03T15:48:49.014" v="895" actId="14100"/>
          <ac:graphicFrameMkLst>
            <pc:docMk/>
            <pc:sldMk cId="3796144247" sldId="259"/>
            <ac:graphicFrameMk id="4" creationId="{B2FEB3E8-E59F-7AAB-580B-7534886E6914}"/>
          </ac:graphicFrameMkLst>
        </pc:graphicFrameChg>
      </pc:sldChg>
      <pc:sldChg chg="addSp modSp new mod modTransition">
        <pc:chgData name="rittika maity" userId="828310bd016f3a07" providerId="LiveId" clId="{5ABEB0C5-DA3F-4DEF-989E-398DB7726EB2}" dt="2026-07-03T19:57:01.157" v="1709"/>
        <pc:sldMkLst>
          <pc:docMk/>
          <pc:sldMk cId="3350005386" sldId="260"/>
        </pc:sldMkLst>
        <pc:picChg chg="add mod">
          <ac:chgData name="rittika maity" userId="828310bd016f3a07" providerId="LiveId" clId="{5ABEB0C5-DA3F-4DEF-989E-398DB7726EB2}" dt="2026-07-03T16:01:55.331" v="1115" actId="14100"/>
          <ac:picMkLst>
            <pc:docMk/>
            <pc:sldMk cId="3350005386" sldId="260"/>
            <ac:picMk id="3" creationId="{BD4C4D75-1684-EB70-25C0-00F09B62C018}"/>
          </ac:picMkLst>
        </pc:picChg>
      </pc:sldChg>
      <pc:sldChg chg="addSp modSp new mod modTransition">
        <pc:chgData name="rittika maity" userId="828310bd016f3a07" providerId="LiveId" clId="{5ABEB0C5-DA3F-4DEF-989E-398DB7726EB2}" dt="2026-07-03T19:57:01.157" v="1709"/>
        <pc:sldMkLst>
          <pc:docMk/>
          <pc:sldMk cId="1460992046" sldId="261"/>
        </pc:sldMkLst>
        <pc:picChg chg="add mod">
          <ac:chgData name="rittika maity" userId="828310bd016f3a07" providerId="LiveId" clId="{5ABEB0C5-DA3F-4DEF-989E-398DB7726EB2}" dt="2026-07-03T16:02:45.042" v="1121" actId="14100"/>
          <ac:picMkLst>
            <pc:docMk/>
            <pc:sldMk cId="1460992046" sldId="261"/>
            <ac:picMk id="3" creationId="{740CB24D-923B-0B80-4198-134DF541991F}"/>
          </ac:picMkLst>
        </pc:picChg>
      </pc:sldChg>
      <pc:sldChg chg="addSp modSp new mod modTransition">
        <pc:chgData name="rittika maity" userId="828310bd016f3a07" providerId="LiveId" clId="{5ABEB0C5-DA3F-4DEF-989E-398DB7726EB2}" dt="2026-07-03T19:57:01.157" v="1709"/>
        <pc:sldMkLst>
          <pc:docMk/>
          <pc:sldMk cId="1890745512" sldId="262"/>
        </pc:sldMkLst>
        <pc:picChg chg="add mod">
          <ac:chgData name="rittika maity" userId="828310bd016f3a07" providerId="LiveId" clId="{5ABEB0C5-DA3F-4DEF-989E-398DB7726EB2}" dt="2026-07-03T16:04:31.220" v="1143" actId="14100"/>
          <ac:picMkLst>
            <pc:docMk/>
            <pc:sldMk cId="1890745512" sldId="262"/>
            <ac:picMk id="3" creationId="{0079057C-3F88-F2A6-A03B-C404CE1B4DCB}"/>
          </ac:picMkLst>
        </pc:picChg>
      </pc:sldChg>
      <pc:sldChg chg="new del ord">
        <pc:chgData name="rittika maity" userId="828310bd016f3a07" providerId="LiveId" clId="{5ABEB0C5-DA3F-4DEF-989E-398DB7726EB2}" dt="2026-07-03T19:52:04.790" v="1678" actId="2696"/>
        <pc:sldMkLst>
          <pc:docMk/>
          <pc:sldMk cId="728547813" sldId="263"/>
        </pc:sldMkLst>
      </pc:sldChg>
      <pc:sldChg chg="addSp modSp new del mod">
        <pc:chgData name="rittika maity" userId="828310bd016f3a07" providerId="LiveId" clId="{5ABEB0C5-DA3F-4DEF-989E-398DB7726EB2}" dt="2026-07-03T16:34:44.575" v="1207" actId="2696"/>
        <pc:sldMkLst>
          <pc:docMk/>
          <pc:sldMk cId="1774835962" sldId="264"/>
        </pc:sldMkLst>
        <pc:picChg chg="add mod">
          <ac:chgData name="rittika maity" userId="828310bd016f3a07" providerId="LiveId" clId="{5ABEB0C5-DA3F-4DEF-989E-398DB7726EB2}" dt="2026-07-03T16:05:14.266" v="1149" actId="14100"/>
          <ac:picMkLst>
            <pc:docMk/>
            <pc:sldMk cId="1774835962" sldId="264"/>
            <ac:picMk id="3" creationId="{D143A82E-0DFE-CA50-061C-53CECAAC7086}"/>
          </ac:picMkLst>
        </pc:picChg>
      </pc:sldChg>
      <pc:sldChg chg="addSp modSp new del mod">
        <pc:chgData name="rittika maity" userId="828310bd016f3a07" providerId="LiveId" clId="{5ABEB0C5-DA3F-4DEF-989E-398DB7726EB2}" dt="2026-07-03T16:46:20.986" v="1263" actId="2696"/>
        <pc:sldMkLst>
          <pc:docMk/>
          <pc:sldMk cId="501158500" sldId="265"/>
        </pc:sldMkLst>
        <pc:picChg chg="add mod">
          <ac:chgData name="rittika maity" userId="828310bd016f3a07" providerId="LiveId" clId="{5ABEB0C5-DA3F-4DEF-989E-398DB7726EB2}" dt="2026-07-03T16:36:32.118" v="1210" actId="14100"/>
          <ac:picMkLst>
            <pc:docMk/>
            <pc:sldMk cId="501158500" sldId="265"/>
            <ac:picMk id="3" creationId="{D68AB11A-307A-F564-8293-6B3A8473FFE5}"/>
          </ac:picMkLst>
        </pc:picChg>
      </pc:sldChg>
      <pc:sldChg chg="addSp modSp new mod modTransition">
        <pc:chgData name="rittika maity" userId="828310bd016f3a07" providerId="LiveId" clId="{5ABEB0C5-DA3F-4DEF-989E-398DB7726EB2}" dt="2026-07-03T19:57:01.157" v="1709"/>
        <pc:sldMkLst>
          <pc:docMk/>
          <pc:sldMk cId="1111545121" sldId="266"/>
        </pc:sldMkLst>
        <pc:picChg chg="add mod">
          <ac:chgData name="rittika maity" userId="828310bd016f3a07" providerId="LiveId" clId="{5ABEB0C5-DA3F-4DEF-989E-398DB7726EB2}" dt="2026-07-03T16:07:09.197" v="1160" actId="14100"/>
          <ac:picMkLst>
            <pc:docMk/>
            <pc:sldMk cId="1111545121" sldId="266"/>
            <ac:picMk id="3" creationId="{273862C3-6C01-21C7-0E9E-80A18CD4862F}"/>
          </ac:picMkLst>
        </pc:picChg>
      </pc:sldChg>
      <pc:sldChg chg="addSp modSp new del mod">
        <pc:chgData name="rittika maity" userId="828310bd016f3a07" providerId="LiveId" clId="{5ABEB0C5-DA3F-4DEF-989E-398DB7726EB2}" dt="2026-07-03T16:46:38.751" v="1264" actId="2696"/>
        <pc:sldMkLst>
          <pc:docMk/>
          <pc:sldMk cId="4053247718" sldId="267"/>
        </pc:sldMkLst>
        <pc:picChg chg="add mod">
          <ac:chgData name="rittika maity" userId="828310bd016f3a07" providerId="LiveId" clId="{5ABEB0C5-DA3F-4DEF-989E-398DB7726EB2}" dt="2026-07-03T16:08:00.662" v="1166" actId="14100"/>
          <ac:picMkLst>
            <pc:docMk/>
            <pc:sldMk cId="4053247718" sldId="267"/>
            <ac:picMk id="3" creationId="{14E10C8E-4CFC-1032-6ECA-500118D0F455}"/>
          </ac:picMkLst>
        </pc:picChg>
      </pc:sldChg>
      <pc:sldChg chg="addSp modSp new mod modTransition">
        <pc:chgData name="rittika maity" userId="828310bd016f3a07" providerId="LiveId" clId="{5ABEB0C5-DA3F-4DEF-989E-398DB7726EB2}" dt="2026-07-03T19:57:01.157" v="1709"/>
        <pc:sldMkLst>
          <pc:docMk/>
          <pc:sldMk cId="784209544" sldId="268"/>
        </pc:sldMkLst>
        <pc:picChg chg="add mod">
          <ac:chgData name="rittika maity" userId="828310bd016f3a07" providerId="LiveId" clId="{5ABEB0C5-DA3F-4DEF-989E-398DB7726EB2}" dt="2026-07-03T16:08:38.278" v="1171" actId="14100"/>
          <ac:picMkLst>
            <pc:docMk/>
            <pc:sldMk cId="784209544" sldId="268"/>
            <ac:picMk id="3" creationId="{C752E0DE-685C-D248-8CF0-D94C06ACDCEE}"/>
          </ac:picMkLst>
        </pc:picChg>
      </pc:sldChg>
      <pc:sldChg chg="addSp modSp new mod modTransition">
        <pc:chgData name="rittika maity" userId="828310bd016f3a07" providerId="LiveId" clId="{5ABEB0C5-DA3F-4DEF-989E-398DB7726EB2}" dt="2026-07-03T19:57:01.157" v="1709"/>
        <pc:sldMkLst>
          <pc:docMk/>
          <pc:sldMk cId="1813420070" sldId="269"/>
        </pc:sldMkLst>
        <pc:picChg chg="add mod">
          <ac:chgData name="rittika maity" userId="828310bd016f3a07" providerId="LiveId" clId="{5ABEB0C5-DA3F-4DEF-989E-398DB7726EB2}" dt="2026-07-03T16:09:22.190" v="1177" actId="14100"/>
          <ac:picMkLst>
            <pc:docMk/>
            <pc:sldMk cId="1813420070" sldId="269"/>
            <ac:picMk id="3" creationId="{BEA367E1-1BDB-0DBB-3D90-5D7BB132F960}"/>
          </ac:picMkLst>
        </pc:picChg>
      </pc:sldChg>
      <pc:sldChg chg="addSp modSp new mod modTransition">
        <pc:chgData name="rittika maity" userId="828310bd016f3a07" providerId="LiveId" clId="{5ABEB0C5-DA3F-4DEF-989E-398DB7726EB2}" dt="2026-07-03T19:57:01.157" v="1709"/>
        <pc:sldMkLst>
          <pc:docMk/>
          <pc:sldMk cId="1381673969" sldId="270"/>
        </pc:sldMkLst>
        <pc:picChg chg="add mod">
          <ac:chgData name="rittika maity" userId="828310bd016f3a07" providerId="LiveId" clId="{5ABEB0C5-DA3F-4DEF-989E-398DB7726EB2}" dt="2026-07-03T16:10:01.782" v="1182" actId="14100"/>
          <ac:picMkLst>
            <pc:docMk/>
            <pc:sldMk cId="1381673969" sldId="270"/>
            <ac:picMk id="3" creationId="{06ADCA3D-11A6-B0BA-4404-692DF28C0C13}"/>
          </ac:picMkLst>
        </pc:picChg>
      </pc:sldChg>
      <pc:sldChg chg="addSp delSp modSp new mod modTransition">
        <pc:chgData name="rittika maity" userId="828310bd016f3a07" providerId="LiveId" clId="{5ABEB0C5-DA3F-4DEF-989E-398DB7726EB2}" dt="2026-07-03T19:57:01.157" v="1709"/>
        <pc:sldMkLst>
          <pc:docMk/>
          <pc:sldMk cId="2779248140" sldId="271"/>
        </pc:sldMkLst>
        <pc:picChg chg="add del mod">
          <ac:chgData name="rittika maity" userId="828310bd016f3a07" providerId="LiveId" clId="{5ABEB0C5-DA3F-4DEF-989E-398DB7726EB2}" dt="2026-07-03T17:03:10.010" v="1265" actId="478"/>
          <ac:picMkLst>
            <pc:docMk/>
            <pc:sldMk cId="2779248140" sldId="271"/>
            <ac:picMk id="3" creationId="{61C52FB7-F313-E7C0-31C5-715E556590B5}"/>
          </ac:picMkLst>
        </pc:picChg>
        <pc:picChg chg="add del mod">
          <ac:chgData name="rittika maity" userId="828310bd016f3a07" providerId="LiveId" clId="{5ABEB0C5-DA3F-4DEF-989E-398DB7726EB2}" dt="2026-07-03T17:04:59.334" v="1273" actId="478"/>
          <ac:picMkLst>
            <pc:docMk/>
            <pc:sldMk cId="2779248140" sldId="271"/>
            <ac:picMk id="5" creationId="{FE5C2FA7-6873-2534-275F-8CB7C286C4C4}"/>
          </ac:picMkLst>
        </pc:picChg>
        <pc:picChg chg="add del mod">
          <ac:chgData name="rittika maity" userId="828310bd016f3a07" providerId="LiveId" clId="{5ABEB0C5-DA3F-4DEF-989E-398DB7726EB2}" dt="2026-07-03T17:05:51.039" v="1278" actId="478"/>
          <ac:picMkLst>
            <pc:docMk/>
            <pc:sldMk cId="2779248140" sldId="271"/>
            <ac:picMk id="7" creationId="{FF4D6D76-D765-1E0E-417F-6B67095B9E92}"/>
          </ac:picMkLst>
        </pc:picChg>
        <pc:picChg chg="add mod">
          <ac:chgData name="rittika maity" userId="828310bd016f3a07" providerId="LiveId" clId="{5ABEB0C5-DA3F-4DEF-989E-398DB7726EB2}" dt="2026-07-03T17:24:53.656" v="1286" actId="14100"/>
          <ac:picMkLst>
            <pc:docMk/>
            <pc:sldMk cId="2779248140" sldId="271"/>
            <ac:picMk id="9" creationId="{35F4918E-71B3-FA25-46B3-34D3B200B056}"/>
          </ac:picMkLst>
        </pc:picChg>
      </pc:sldChg>
      <pc:sldChg chg="addSp modSp new mod modTransition">
        <pc:chgData name="rittika maity" userId="828310bd016f3a07" providerId="LiveId" clId="{5ABEB0C5-DA3F-4DEF-989E-398DB7726EB2}" dt="2026-07-03T19:57:01.157" v="1709"/>
        <pc:sldMkLst>
          <pc:docMk/>
          <pc:sldMk cId="605824523" sldId="272"/>
        </pc:sldMkLst>
        <pc:picChg chg="add mod">
          <ac:chgData name="rittika maity" userId="828310bd016f3a07" providerId="LiveId" clId="{5ABEB0C5-DA3F-4DEF-989E-398DB7726EB2}" dt="2026-07-03T17:12:19.581" v="1281" actId="14100"/>
          <ac:picMkLst>
            <pc:docMk/>
            <pc:sldMk cId="605824523" sldId="272"/>
            <ac:picMk id="3" creationId="{6B754734-4E24-FA6A-16BC-3101A81AFE8C}"/>
          </ac:picMkLst>
        </pc:picChg>
      </pc:sldChg>
      <pc:sldChg chg="addSp delSp modSp new del mod">
        <pc:chgData name="rittika maity" userId="828310bd016f3a07" providerId="LiveId" clId="{5ABEB0C5-DA3F-4DEF-989E-398DB7726EB2}" dt="2026-07-03T19:26:59.815" v="1404" actId="2696"/>
        <pc:sldMkLst>
          <pc:docMk/>
          <pc:sldMk cId="3325097301" sldId="273"/>
        </pc:sldMkLst>
        <pc:picChg chg="add del mod">
          <ac:chgData name="rittika maity" userId="828310bd016f3a07" providerId="LiveId" clId="{5ABEB0C5-DA3F-4DEF-989E-398DB7726EB2}" dt="2026-07-03T16:13:45.359" v="1195" actId="478"/>
          <ac:picMkLst>
            <pc:docMk/>
            <pc:sldMk cId="3325097301" sldId="273"/>
            <ac:picMk id="3" creationId="{D9480EF1-96B0-E43B-5CD7-8B06B0B4E849}"/>
          </ac:picMkLst>
        </pc:picChg>
      </pc:sldChg>
      <pc:sldChg chg="new del">
        <pc:chgData name="rittika maity" userId="828310bd016f3a07" providerId="LiveId" clId="{5ABEB0C5-DA3F-4DEF-989E-398DB7726EB2}" dt="2026-07-03T19:51:51.149" v="1674" actId="2696"/>
        <pc:sldMkLst>
          <pc:docMk/>
          <pc:sldMk cId="415513293" sldId="274"/>
        </pc:sldMkLst>
      </pc:sldChg>
      <pc:sldChg chg="new del">
        <pc:chgData name="rittika maity" userId="828310bd016f3a07" providerId="LiveId" clId="{5ABEB0C5-DA3F-4DEF-989E-398DB7726EB2}" dt="2026-07-03T19:51:55.845" v="1675" actId="2696"/>
        <pc:sldMkLst>
          <pc:docMk/>
          <pc:sldMk cId="1557388617" sldId="275"/>
        </pc:sldMkLst>
      </pc:sldChg>
      <pc:sldChg chg="new del">
        <pc:chgData name="rittika maity" userId="828310bd016f3a07" providerId="LiveId" clId="{5ABEB0C5-DA3F-4DEF-989E-398DB7726EB2}" dt="2026-07-03T19:52:26.702" v="1682" actId="2696"/>
        <pc:sldMkLst>
          <pc:docMk/>
          <pc:sldMk cId="3834673987" sldId="276"/>
        </pc:sldMkLst>
      </pc:sldChg>
      <pc:sldChg chg="new del">
        <pc:chgData name="rittika maity" userId="828310bd016f3a07" providerId="LiveId" clId="{5ABEB0C5-DA3F-4DEF-989E-398DB7726EB2}" dt="2026-07-03T19:52:20.914" v="1681" actId="2696"/>
        <pc:sldMkLst>
          <pc:docMk/>
          <pc:sldMk cId="983166239" sldId="277"/>
        </pc:sldMkLst>
      </pc:sldChg>
      <pc:sldChg chg="new del">
        <pc:chgData name="rittika maity" userId="828310bd016f3a07" providerId="LiveId" clId="{5ABEB0C5-DA3F-4DEF-989E-398DB7726EB2}" dt="2026-07-03T19:52:15.642" v="1680" actId="2696"/>
        <pc:sldMkLst>
          <pc:docMk/>
          <pc:sldMk cId="134992412" sldId="278"/>
        </pc:sldMkLst>
      </pc:sldChg>
      <pc:sldChg chg="new del">
        <pc:chgData name="rittika maity" userId="828310bd016f3a07" providerId="LiveId" clId="{5ABEB0C5-DA3F-4DEF-989E-398DB7726EB2}" dt="2026-07-03T19:52:11.298" v="1679" actId="2696"/>
        <pc:sldMkLst>
          <pc:docMk/>
          <pc:sldMk cId="2048980291" sldId="279"/>
        </pc:sldMkLst>
      </pc:sldChg>
      <pc:sldChg chg="new del">
        <pc:chgData name="rittika maity" userId="828310bd016f3a07" providerId="LiveId" clId="{5ABEB0C5-DA3F-4DEF-989E-398DB7726EB2}" dt="2026-07-03T16:31:56.786" v="1206" actId="2696"/>
        <pc:sldMkLst>
          <pc:docMk/>
          <pc:sldMk cId="109306650" sldId="280"/>
        </pc:sldMkLst>
      </pc:sldChg>
      <pc:sldChg chg="addSp delSp modSp new mod modTransition">
        <pc:chgData name="rittika maity" userId="828310bd016f3a07" providerId="LiveId" clId="{5ABEB0C5-DA3F-4DEF-989E-398DB7726EB2}" dt="2026-07-03T19:57:01.157" v="1709"/>
        <pc:sldMkLst>
          <pc:docMk/>
          <pc:sldMk cId="3977853428" sldId="280"/>
        </pc:sldMkLst>
        <pc:picChg chg="add del mod">
          <ac:chgData name="rittika maity" userId="828310bd016f3a07" providerId="LiveId" clId="{5ABEB0C5-DA3F-4DEF-989E-398DB7726EB2}" dt="2026-07-03T16:41:29.148" v="1225" actId="931"/>
          <ac:picMkLst>
            <pc:docMk/>
            <pc:sldMk cId="3977853428" sldId="280"/>
            <ac:picMk id="3" creationId="{805C1202-7BBB-3B46-F090-112CE042FAAE}"/>
          </ac:picMkLst>
        </pc:picChg>
        <pc:picChg chg="add del mod">
          <ac:chgData name="rittika maity" userId="828310bd016f3a07" providerId="LiveId" clId="{5ABEB0C5-DA3F-4DEF-989E-398DB7726EB2}" dt="2026-07-03T16:41:29.148" v="1225" actId="931"/>
          <ac:picMkLst>
            <pc:docMk/>
            <pc:sldMk cId="3977853428" sldId="280"/>
            <ac:picMk id="5" creationId="{DB26B41D-B7B1-886A-9B4C-8AEA1A405AC1}"/>
          </ac:picMkLst>
        </pc:picChg>
        <pc:picChg chg="add del mod">
          <ac:chgData name="rittika maity" userId="828310bd016f3a07" providerId="LiveId" clId="{5ABEB0C5-DA3F-4DEF-989E-398DB7726EB2}" dt="2026-07-03T16:41:29.148" v="1225" actId="931"/>
          <ac:picMkLst>
            <pc:docMk/>
            <pc:sldMk cId="3977853428" sldId="280"/>
            <ac:picMk id="7" creationId="{B06E77A7-4061-1BF3-9B52-EEDFCC1867E0}"/>
          </ac:picMkLst>
        </pc:picChg>
        <pc:picChg chg="add del mod">
          <ac:chgData name="rittika maity" userId="828310bd016f3a07" providerId="LiveId" clId="{5ABEB0C5-DA3F-4DEF-989E-398DB7726EB2}" dt="2026-07-03T16:41:29.148" v="1225" actId="931"/>
          <ac:picMkLst>
            <pc:docMk/>
            <pc:sldMk cId="3977853428" sldId="280"/>
            <ac:picMk id="9" creationId="{FD38B23C-34B4-709C-165C-53E3098E301F}"/>
          </ac:picMkLst>
        </pc:picChg>
        <pc:picChg chg="add mod">
          <ac:chgData name="rittika maity" userId="828310bd016f3a07" providerId="LiveId" clId="{5ABEB0C5-DA3F-4DEF-989E-398DB7726EB2}" dt="2026-07-03T16:45:29.132" v="1258" actId="1076"/>
          <ac:picMkLst>
            <pc:docMk/>
            <pc:sldMk cId="3977853428" sldId="280"/>
            <ac:picMk id="11" creationId="{C840A0A8-D343-553E-4CCC-FD3775EC9700}"/>
          </ac:picMkLst>
        </pc:picChg>
        <pc:picChg chg="add mod">
          <ac:chgData name="rittika maity" userId="828310bd016f3a07" providerId="LiveId" clId="{5ABEB0C5-DA3F-4DEF-989E-398DB7726EB2}" dt="2026-07-03T16:45:52.240" v="1261" actId="14100"/>
          <ac:picMkLst>
            <pc:docMk/>
            <pc:sldMk cId="3977853428" sldId="280"/>
            <ac:picMk id="13" creationId="{73F3D618-6939-D1CB-D854-F4C57825CE04}"/>
          </ac:picMkLst>
        </pc:picChg>
        <pc:picChg chg="add mod">
          <ac:chgData name="rittika maity" userId="828310bd016f3a07" providerId="LiveId" clId="{5ABEB0C5-DA3F-4DEF-989E-398DB7726EB2}" dt="2026-07-03T16:43:36.555" v="1245" actId="1076"/>
          <ac:picMkLst>
            <pc:docMk/>
            <pc:sldMk cId="3977853428" sldId="280"/>
            <ac:picMk id="15" creationId="{3F6DE7B0-48C2-CCA5-07ED-200FFBD794B3}"/>
          </ac:picMkLst>
        </pc:picChg>
        <pc:picChg chg="add mod">
          <ac:chgData name="rittika maity" userId="828310bd016f3a07" providerId="LiveId" clId="{5ABEB0C5-DA3F-4DEF-989E-398DB7726EB2}" dt="2026-07-03T16:45:58.257" v="1262" actId="14100"/>
          <ac:picMkLst>
            <pc:docMk/>
            <pc:sldMk cId="3977853428" sldId="280"/>
            <ac:picMk id="17" creationId="{B8B473A4-2AD6-D9B0-5B6D-787DA25B73F0}"/>
          </ac:picMkLst>
        </pc:picChg>
      </pc:sldChg>
      <pc:sldChg chg="addSp modSp new del mod">
        <pc:chgData name="rittika maity" userId="828310bd016f3a07" providerId="LiveId" clId="{5ABEB0C5-DA3F-4DEF-989E-398DB7726EB2}" dt="2026-07-03T16:31:51.857" v="1205" actId="2696"/>
        <pc:sldMkLst>
          <pc:docMk/>
          <pc:sldMk cId="567978999" sldId="281"/>
        </pc:sldMkLst>
        <pc:picChg chg="add mod">
          <ac:chgData name="rittika maity" userId="828310bd016f3a07" providerId="LiveId" clId="{5ABEB0C5-DA3F-4DEF-989E-398DB7726EB2}" dt="2026-07-03T16:29:29.166" v="1204" actId="14100"/>
          <ac:picMkLst>
            <pc:docMk/>
            <pc:sldMk cId="567978999" sldId="281"/>
            <ac:picMk id="3" creationId="{0CBDF669-E9B1-5982-15D5-9729952F5593}"/>
          </ac:picMkLst>
        </pc:picChg>
      </pc:sldChg>
      <pc:sldChg chg="addSp modSp new mod modTransition">
        <pc:chgData name="rittika maity" userId="828310bd016f3a07" providerId="LiveId" clId="{5ABEB0C5-DA3F-4DEF-989E-398DB7726EB2}" dt="2026-07-03T19:57:01.157" v="1709"/>
        <pc:sldMkLst>
          <pc:docMk/>
          <pc:sldMk cId="1272549637" sldId="281"/>
        </pc:sldMkLst>
        <pc:picChg chg="add mod">
          <ac:chgData name="rittika maity" userId="828310bd016f3a07" providerId="LiveId" clId="{5ABEB0C5-DA3F-4DEF-989E-398DB7726EB2}" dt="2026-07-03T17:27:54.410" v="1294" actId="14100"/>
          <ac:picMkLst>
            <pc:docMk/>
            <pc:sldMk cId="1272549637" sldId="281"/>
            <ac:picMk id="3" creationId="{F824EB1E-4051-42EC-66AF-5B7E0AA10F56}"/>
          </ac:picMkLst>
        </pc:picChg>
      </pc:sldChg>
      <pc:sldChg chg="addSp modSp new mod modTransition">
        <pc:chgData name="rittika maity" userId="828310bd016f3a07" providerId="LiveId" clId="{5ABEB0C5-DA3F-4DEF-989E-398DB7726EB2}" dt="2026-07-03T19:57:01.157" v="1709"/>
        <pc:sldMkLst>
          <pc:docMk/>
          <pc:sldMk cId="4100006841" sldId="282"/>
        </pc:sldMkLst>
        <pc:picChg chg="add mod">
          <ac:chgData name="rittika maity" userId="828310bd016f3a07" providerId="LiveId" clId="{5ABEB0C5-DA3F-4DEF-989E-398DB7726EB2}" dt="2026-07-03T17:31:56.331" v="1301" actId="14100"/>
          <ac:picMkLst>
            <pc:docMk/>
            <pc:sldMk cId="4100006841" sldId="282"/>
            <ac:picMk id="3" creationId="{90B0EAF4-3F97-9BB5-A64B-DD541AFC5432}"/>
          </ac:picMkLst>
        </pc:picChg>
      </pc:sldChg>
      <pc:sldChg chg="modSp new mod modTransition">
        <pc:chgData name="rittika maity" userId="828310bd016f3a07" providerId="LiveId" clId="{5ABEB0C5-DA3F-4DEF-989E-398DB7726EB2}" dt="2026-07-03T19:57:01.157" v="1709"/>
        <pc:sldMkLst>
          <pc:docMk/>
          <pc:sldMk cId="3801403579" sldId="283"/>
        </pc:sldMkLst>
        <pc:spChg chg="mod">
          <ac:chgData name="rittika maity" userId="828310bd016f3a07" providerId="LiveId" clId="{5ABEB0C5-DA3F-4DEF-989E-398DB7726EB2}" dt="2026-07-03T19:22:25.123" v="1350" actId="14100"/>
          <ac:spMkLst>
            <pc:docMk/>
            <pc:sldMk cId="3801403579" sldId="283"/>
            <ac:spMk id="2" creationId="{2A0218D0-6589-A5A3-9CA2-C98ACC48BEC6}"/>
          </ac:spMkLst>
        </pc:spChg>
        <pc:spChg chg="mod">
          <ac:chgData name="rittika maity" userId="828310bd016f3a07" providerId="LiveId" clId="{5ABEB0C5-DA3F-4DEF-989E-398DB7726EB2}" dt="2026-07-03T19:23:34.870" v="1370" actId="120"/>
          <ac:spMkLst>
            <pc:docMk/>
            <pc:sldMk cId="3801403579" sldId="283"/>
            <ac:spMk id="3" creationId="{61E6E311-ABDA-AE00-4F8D-F30EFBB61BDE}"/>
          </ac:spMkLst>
        </pc:spChg>
      </pc:sldChg>
      <pc:sldChg chg="modSp new mod modTransition">
        <pc:chgData name="rittika maity" userId="828310bd016f3a07" providerId="LiveId" clId="{5ABEB0C5-DA3F-4DEF-989E-398DB7726EB2}" dt="2026-07-03T19:57:01.157" v="1709"/>
        <pc:sldMkLst>
          <pc:docMk/>
          <pc:sldMk cId="1461214164" sldId="284"/>
        </pc:sldMkLst>
        <pc:spChg chg="mod">
          <ac:chgData name="rittika maity" userId="828310bd016f3a07" providerId="LiveId" clId="{5ABEB0C5-DA3F-4DEF-989E-398DB7726EB2}" dt="2026-07-03T19:24:29.009" v="1390" actId="14100"/>
          <ac:spMkLst>
            <pc:docMk/>
            <pc:sldMk cId="1461214164" sldId="284"/>
            <ac:spMk id="2" creationId="{D37F75DB-F33C-20E8-08B0-E393EF2BF771}"/>
          </ac:spMkLst>
        </pc:spChg>
        <pc:spChg chg="mod">
          <ac:chgData name="rittika maity" userId="828310bd016f3a07" providerId="LiveId" clId="{5ABEB0C5-DA3F-4DEF-989E-398DB7726EB2}" dt="2026-07-03T19:26:50.928" v="1403" actId="14100"/>
          <ac:spMkLst>
            <pc:docMk/>
            <pc:sldMk cId="1461214164" sldId="284"/>
            <ac:spMk id="3" creationId="{D58DD41A-DFC6-EF77-A2ED-43C18DD09F59}"/>
          </ac:spMkLst>
        </pc:spChg>
      </pc:sldChg>
      <pc:sldChg chg="addSp delSp modSp new mod modTransition">
        <pc:chgData name="rittika maity" userId="828310bd016f3a07" providerId="LiveId" clId="{5ABEB0C5-DA3F-4DEF-989E-398DB7726EB2}" dt="2026-07-03T19:57:01.157" v="1709"/>
        <pc:sldMkLst>
          <pc:docMk/>
          <pc:sldMk cId="311392133" sldId="285"/>
        </pc:sldMkLst>
        <pc:spChg chg="mod">
          <ac:chgData name="rittika maity" userId="828310bd016f3a07" providerId="LiveId" clId="{5ABEB0C5-DA3F-4DEF-989E-398DB7726EB2}" dt="2026-07-03T19:31:57.923" v="1427" actId="6559"/>
          <ac:spMkLst>
            <pc:docMk/>
            <pc:sldMk cId="311392133" sldId="285"/>
            <ac:spMk id="2" creationId="{F220EEE7-F050-FBC8-C452-A74D7720D073}"/>
          </ac:spMkLst>
        </pc:spChg>
        <pc:spChg chg="mod">
          <ac:chgData name="rittika maity" userId="828310bd016f3a07" providerId="LiveId" clId="{5ABEB0C5-DA3F-4DEF-989E-398DB7726EB2}" dt="2026-07-03T19:35:40.432" v="1480" actId="27636"/>
          <ac:spMkLst>
            <pc:docMk/>
            <pc:sldMk cId="311392133" sldId="285"/>
            <ac:spMk id="3" creationId="{600584AC-3C13-9AF3-4344-A9DFDA282275}"/>
          </ac:spMkLst>
        </pc:spChg>
        <pc:spChg chg="add del">
          <ac:chgData name="rittika maity" userId="828310bd016f3a07" providerId="LiveId" clId="{5ABEB0C5-DA3F-4DEF-989E-398DB7726EB2}" dt="2026-07-03T19:33:52.606" v="1434" actId="478"/>
          <ac:spMkLst>
            <pc:docMk/>
            <pc:sldMk cId="311392133" sldId="285"/>
            <ac:spMk id="6" creationId="{9F0A18F8-82F6-53E9-3A12-4EC1524552B2}"/>
          </ac:spMkLst>
        </pc:spChg>
        <pc:spChg chg="add mod">
          <ac:chgData name="rittika maity" userId="828310bd016f3a07" providerId="LiveId" clId="{5ABEB0C5-DA3F-4DEF-989E-398DB7726EB2}" dt="2026-07-03T19:39:02.782" v="1521" actId="14100"/>
          <ac:spMkLst>
            <pc:docMk/>
            <pc:sldMk cId="311392133" sldId="285"/>
            <ac:spMk id="7" creationId="{4EC777B9-CA57-F122-E7C3-2E0689AB4938}"/>
          </ac:spMkLst>
        </pc:spChg>
        <pc:spChg chg="add mod">
          <ac:chgData name="rittika maity" userId="828310bd016f3a07" providerId="LiveId" clId="{5ABEB0C5-DA3F-4DEF-989E-398DB7726EB2}" dt="2026-07-03T19:41:44.551" v="1548" actId="1076"/>
          <ac:spMkLst>
            <pc:docMk/>
            <pc:sldMk cId="311392133" sldId="285"/>
            <ac:spMk id="13" creationId="{996CCB5E-EC33-5592-3594-FE7283E67840}"/>
          </ac:spMkLst>
        </pc:spChg>
        <pc:spChg chg="add del mod">
          <ac:chgData name="rittika maity" userId="828310bd016f3a07" providerId="LiveId" clId="{5ABEB0C5-DA3F-4DEF-989E-398DB7726EB2}" dt="2026-07-03T19:44:41.939" v="1568"/>
          <ac:spMkLst>
            <pc:docMk/>
            <pc:sldMk cId="311392133" sldId="285"/>
            <ac:spMk id="22" creationId="{361B80F2-910C-4205-CD47-01F4801A4B8F}"/>
          </ac:spMkLst>
        </pc:spChg>
        <pc:spChg chg="add mod">
          <ac:chgData name="rittika maity" userId="828310bd016f3a07" providerId="LiveId" clId="{5ABEB0C5-DA3F-4DEF-989E-398DB7726EB2}" dt="2026-07-03T19:47:43.996" v="1617" actId="1076"/>
          <ac:spMkLst>
            <pc:docMk/>
            <pc:sldMk cId="311392133" sldId="285"/>
            <ac:spMk id="25" creationId="{9D714B5F-7F6C-97C3-5FBC-D02233672F72}"/>
          </ac:spMkLst>
        </pc:spChg>
        <pc:spChg chg="add mod">
          <ac:chgData name="rittika maity" userId="828310bd016f3a07" providerId="LiveId" clId="{5ABEB0C5-DA3F-4DEF-989E-398DB7726EB2}" dt="2026-07-03T19:47:58.298" v="1619" actId="14100"/>
          <ac:spMkLst>
            <pc:docMk/>
            <pc:sldMk cId="311392133" sldId="285"/>
            <ac:spMk id="26" creationId="{52334453-8687-B970-4CED-07FA6A0FC7C1}"/>
          </ac:spMkLst>
        </pc:spChg>
        <pc:spChg chg="add mod">
          <ac:chgData name="rittika maity" userId="828310bd016f3a07" providerId="LiveId" clId="{5ABEB0C5-DA3F-4DEF-989E-398DB7726EB2}" dt="2026-07-03T19:50:38.127" v="1669" actId="14100"/>
          <ac:spMkLst>
            <pc:docMk/>
            <pc:sldMk cId="311392133" sldId="285"/>
            <ac:spMk id="27" creationId="{5FCAAE06-565E-5D0E-3A7E-3DFE7C29CDF6}"/>
          </ac:spMkLst>
        </pc:spChg>
        <pc:picChg chg="add mod">
          <ac:chgData name="rittika maity" userId="828310bd016f3a07" providerId="LiveId" clId="{5ABEB0C5-DA3F-4DEF-989E-398DB7726EB2}" dt="2026-07-03T19:39:10.944" v="1523" actId="14100"/>
          <ac:picMkLst>
            <pc:docMk/>
            <pc:sldMk cId="311392133" sldId="285"/>
            <ac:picMk id="9" creationId="{190302DC-9DA4-8C97-F99D-1FCAE4EACC20}"/>
          </ac:picMkLst>
        </pc:picChg>
        <pc:picChg chg="add mod">
          <ac:chgData name="rittika maity" userId="828310bd016f3a07" providerId="LiveId" clId="{5ABEB0C5-DA3F-4DEF-989E-398DB7726EB2}" dt="2026-07-03T19:43:22.022" v="1558" actId="1076"/>
          <ac:picMkLst>
            <pc:docMk/>
            <pc:sldMk cId="311392133" sldId="285"/>
            <ac:picMk id="19" creationId="{874A2769-ABE7-8F1B-9F7D-30845E996BAF}"/>
          </ac:picMkLst>
        </pc:picChg>
        <pc:picChg chg="add mod">
          <ac:chgData name="rittika maity" userId="828310bd016f3a07" providerId="LiveId" clId="{5ABEB0C5-DA3F-4DEF-989E-398DB7726EB2}" dt="2026-07-03T19:44:01.047" v="1565" actId="1076"/>
          <ac:picMkLst>
            <pc:docMk/>
            <pc:sldMk cId="311392133" sldId="285"/>
            <ac:picMk id="21" creationId="{3EEC60B9-BF0F-80FA-C124-C683D9AAEEEC}"/>
          </ac:picMkLst>
        </pc:picChg>
        <pc:picChg chg="add del">
          <ac:chgData name="rittika maity" userId="828310bd016f3a07" providerId="LiveId" clId="{5ABEB0C5-DA3F-4DEF-989E-398DB7726EB2}" dt="2026-07-03T19:44:45.584" v="1570" actId="22"/>
          <ac:picMkLst>
            <pc:docMk/>
            <pc:sldMk cId="311392133" sldId="285"/>
            <ac:picMk id="24" creationId="{1CC4DE80-C282-4F19-FA5D-803E21999B4F}"/>
          </ac:picMkLst>
        </pc:picChg>
        <pc:picChg chg="add mod">
          <ac:chgData name="rittika maity" userId="828310bd016f3a07" providerId="LiveId" clId="{5ABEB0C5-DA3F-4DEF-989E-398DB7726EB2}" dt="2026-07-03T19:51:26.847" v="1673" actId="1076"/>
          <ac:picMkLst>
            <pc:docMk/>
            <pc:sldMk cId="311392133" sldId="285"/>
            <ac:picMk id="29" creationId="{C13F99D6-5C8A-A347-0D9F-54EB81A345F2}"/>
          </ac:picMkLst>
        </pc:picChg>
        <pc:cxnChg chg="add mod">
          <ac:chgData name="rittika maity" userId="828310bd016f3a07" providerId="LiveId" clId="{5ABEB0C5-DA3F-4DEF-989E-398DB7726EB2}" dt="2026-07-03T19:33:14.515" v="1432" actId="339"/>
          <ac:cxnSpMkLst>
            <pc:docMk/>
            <pc:sldMk cId="311392133" sldId="285"/>
            <ac:cxnSpMk id="5" creationId="{F4E6CCA1-6517-01EB-BA03-B63C891AB6D9}"/>
          </ac:cxnSpMkLst>
        </pc:cxnChg>
        <pc:cxnChg chg="add mod">
          <ac:chgData name="rittika maity" userId="828310bd016f3a07" providerId="LiveId" clId="{5ABEB0C5-DA3F-4DEF-989E-398DB7726EB2}" dt="2026-07-03T19:41:49.292" v="1549" actId="1076"/>
          <ac:cxnSpMkLst>
            <pc:docMk/>
            <pc:sldMk cId="311392133" sldId="285"/>
            <ac:cxnSpMk id="11" creationId="{D0C6FD2D-3E55-52ED-BA43-B202E6CAC781}"/>
          </ac:cxnSpMkLst>
        </pc:cxnChg>
        <pc:cxnChg chg="add mod">
          <ac:chgData name="rittika maity" userId="828310bd016f3a07" providerId="LiveId" clId="{5ABEB0C5-DA3F-4DEF-989E-398DB7726EB2}" dt="2026-07-03T19:41:55.633" v="1550" actId="1076"/>
          <ac:cxnSpMkLst>
            <pc:docMk/>
            <pc:sldMk cId="311392133" sldId="285"/>
            <ac:cxnSpMk id="12" creationId="{A5F8FB64-6B46-16F8-FE03-E1D7D3FB2AFD}"/>
          </ac:cxnSpMkLst>
        </pc:cxnChg>
        <pc:cxnChg chg="add mod">
          <ac:chgData name="rittika maity" userId="828310bd016f3a07" providerId="LiveId" clId="{5ABEB0C5-DA3F-4DEF-989E-398DB7726EB2}" dt="2026-07-03T19:42:39.588" v="1554" actId="14100"/>
          <ac:cxnSpMkLst>
            <pc:docMk/>
            <pc:sldMk cId="311392133" sldId="285"/>
            <ac:cxnSpMk id="15" creationId="{6F2C3E7C-74C3-7373-4A12-69D742CE63A6}"/>
          </ac:cxnSpMkLst>
        </pc:cxnChg>
      </pc:sldChg>
      <pc:sldMasterChg chg="modTransition modSldLayout">
        <pc:chgData name="rittika maity" userId="828310bd016f3a07" providerId="LiveId" clId="{5ABEB0C5-DA3F-4DEF-989E-398DB7726EB2}" dt="2026-07-03T19:57:01.157" v="1709"/>
        <pc:sldMasterMkLst>
          <pc:docMk/>
          <pc:sldMasterMk cId="250330654" sldId="2147483677"/>
        </pc:sldMasterMkLst>
        <pc:sldLayoutChg chg="modTransition">
          <pc:chgData name="rittika maity" userId="828310bd016f3a07" providerId="LiveId" clId="{5ABEB0C5-DA3F-4DEF-989E-398DB7726EB2}" dt="2026-07-03T19:57:01.157" v="1709"/>
          <pc:sldLayoutMkLst>
            <pc:docMk/>
            <pc:sldMasterMk cId="250330654" sldId="2147483677"/>
            <pc:sldLayoutMk cId="1997916263" sldId="2147483678"/>
          </pc:sldLayoutMkLst>
        </pc:sldLayoutChg>
        <pc:sldLayoutChg chg="modTransition">
          <pc:chgData name="rittika maity" userId="828310bd016f3a07" providerId="LiveId" clId="{5ABEB0C5-DA3F-4DEF-989E-398DB7726EB2}" dt="2026-07-03T19:57:01.157" v="1709"/>
          <pc:sldLayoutMkLst>
            <pc:docMk/>
            <pc:sldMasterMk cId="250330654" sldId="2147483677"/>
            <pc:sldLayoutMk cId="3258380404" sldId="2147483679"/>
          </pc:sldLayoutMkLst>
        </pc:sldLayoutChg>
        <pc:sldLayoutChg chg="modTransition">
          <pc:chgData name="rittika maity" userId="828310bd016f3a07" providerId="LiveId" clId="{5ABEB0C5-DA3F-4DEF-989E-398DB7726EB2}" dt="2026-07-03T19:57:01.157" v="1709"/>
          <pc:sldLayoutMkLst>
            <pc:docMk/>
            <pc:sldMasterMk cId="250330654" sldId="2147483677"/>
            <pc:sldLayoutMk cId="704743999" sldId="2147483680"/>
          </pc:sldLayoutMkLst>
        </pc:sldLayoutChg>
        <pc:sldLayoutChg chg="modTransition">
          <pc:chgData name="rittika maity" userId="828310bd016f3a07" providerId="LiveId" clId="{5ABEB0C5-DA3F-4DEF-989E-398DB7726EB2}" dt="2026-07-03T19:57:01.157" v="1709"/>
          <pc:sldLayoutMkLst>
            <pc:docMk/>
            <pc:sldMasterMk cId="250330654" sldId="2147483677"/>
            <pc:sldLayoutMk cId="4024406697" sldId="2147483681"/>
          </pc:sldLayoutMkLst>
        </pc:sldLayoutChg>
        <pc:sldLayoutChg chg="modTransition">
          <pc:chgData name="rittika maity" userId="828310bd016f3a07" providerId="LiveId" clId="{5ABEB0C5-DA3F-4DEF-989E-398DB7726EB2}" dt="2026-07-03T19:57:01.157" v="1709"/>
          <pc:sldLayoutMkLst>
            <pc:docMk/>
            <pc:sldMasterMk cId="250330654" sldId="2147483677"/>
            <pc:sldLayoutMk cId="3421995751" sldId="2147483682"/>
          </pc:sldLayoutMkLst>
        </pc:sldLayoutChg>
        <pc:sldLayoutChg chg="modTransition">
          <pc:chgData name="rittika maity" userId="828310bd016f3a07" providerId="LiveId" clId="{5ABEB0C5-DA3F-4DEF-989E-398DB7726EB2}" dt="2026-07-03T19:57:01.157" v="1709"/>
          <pc:sldLayoutMkLst>
            <pc:docMk/>
            <pc:sldMasterMk cId="250330654" sldId="2147483677"/>
            <pc:sldLayoutMk cId="1116100284" sldId="2147483683"/>
          </pc:sldLayoutMkLst>
        </pc:sldLayoutChg>
        <pc:sldLayoutChg chg="modTransition">
          <pc:chgData name="rittika maity" userId="828310bd016f3a07" providerId="LiveId" clId="{5ABEB0C5-DA3F-4DEF-989E-398DB7726EB2}" dt="2026-07-03T19:57:01.157" v="1709"/>
          <pc:sldLayoutMkLst>
            <pc:docMk/>
            <pc:sldMasterMk cId="250330654" sldId="2147483677"/>
            <pc:sldLayoutMk cId="4189729310" sldId="2147483684"/>
          </pc:sldLayoutMkLst>
        </pc:sldLayoutChg>
        <pc:sldLayoutChg chg="modTransition">
          <pc:chgData name="rittika maity" userId="828310bd016f3a07" providerId="LiveId" clId="{5ABEB0C5-DA3F-4DEF-989E-398DB7726EB2}" dt="2026-07-03T19:57:01.157" v="1709"/>
          <pc:sldLayoutMkLst>
            <pc:docMk/>
            <pc:sldMasterMk cId="250330654" sldId="2147483677"/>
            <pc:sldLayoutMk cId="885091708" sldId="2147483685"/>
          </pc:sldLayoutMkLst>
        </pc:sldLayoutChg>
        <pc:sldLayoutChg chg="modTransition">
          <pc:chgData name="rittika maity" userId="828310bd016f3a07" providerId="LiveId" clId="{5ABEB0C5-DA3F-4DEF-989E-398DB7726EB2}" dt="2026-07-03T19:57:01.157" v="1709"/>
          <pc:sldLayoutMkLst>
            <pc:docMk/>
            <pc:sldMasterMk cId="250330654" sldId="2147483677"/>
            <pc:sldLayoutMk cId="3982192571" sldId="2147483686"/>
          </pc:sldLayoutMkLst>
        </pc:sldLayoutChg>
        <pc:sldLayoutChg chg="modTransition">
          <pc:chgData name="rittika maity" userId="828310bd016f3a07" providerId="LiveId" clId="{5ABEB0C5-DA3F-4DEF-989E-398DB7726EB2}" dt="2026-07-03T19:57:01.157" v="1709"/>
          <pc:sldLayoutMkLst>
            <pc:docMk/>
            <pc:sldMasterMk cId="250330654" sldId="2147483677"/>
            <pc:sldLayoutMk cId="3271010828" sldId="2147483687"/>
          </pc:sldLayoutMkLst>
        </pc:sldLayoutChg>
        <pc:sldLayoutChg chg="modTransition">
          <pc:chgData name="rittika maity" userId="828310bd016f3a07" providerId="LiveId" clId="{5ABEB0C5-DA3F-4DEF-989E-398DB7726EB2}" dt="2026-07-03T19:57:01.157" v="1709"/>
          <pc:sldLayoutMkLst>
            <pc:docMk/>
            <pc:sldMasterMk cId="250330654" sldId="2147483677"/>
            <pc:sldLayoutMk cId="3255923058" sldId="2147483688"/>
          </pc:sldLayoutMkLst>
        </pc:sldLayoutChg>
        <pc:sldLayoutChg chg="modTransition">
          <pc:chgData name="rittika maity" userId="828310bd016f3a07" providerId="LiveId" clId="{5ABEB0C5-DA3F-4DEF-989E-398DB7726EB2}" dt="2026-07-03T19:57:01.157" v="1709"/>
          <pc:sldLayoutMkLst>
            <pc:docMk/>
            <pc:sldMasterMk cId="250330654" sldId="2147483677"/>
            <pc:sldLayoutMk cId="1043475579" sldId="2147483689"/>
          </pc:sldLayoutMkLst>
        </pc:sldLayoutChg>
        <pc:sldLayoutChg chg="modTransition">
          <pc:chgData name="rittika maity" userId="828310bd016f3a07" providerId="LiveId" clId="{5ABEB0C5-DA3F-4DEF-989E-398DB7726EB2}" dt="2026-07-03T19:57:01.157" v="1709"/>
          <pc:sldLayoutMkLst>
            <pc:docMk/>
            <pc:sldMasterMk cId="250330654" sldId="2147483677"/>
            <pc:sldLayoutMk cId="1990118077" sldId="2147483690"/>
          </pc:sldLayoutMkLst>
        </pc:sldLayoutChg>
        <pc:sldLayoutChg chg="modTransition">
          <pc:chgData name="rittika maity" userId="828310bd016f3a07" providerId="LiveId" clId="{5ABEB0C5-DA3F-4DEF-989E-398DB7726EB2}" dt="2026-07-03T19:57:01.157" v="1709"/>
          <pc:sldLayoutMkLst>
            <pc:docMk/>
            <pc:sldMasterMk cId="250330654" sldId="2147483677"/>
            <pc:sldLayoutMk cId="1354642954" sldId="2147483691"/>
          </pc:sldLayoutMkLst>
        </pc:sldLayoutChg>
        <pc:sldLayoutChg chg="modTransition">
          <pc:chgData name="rittika maity" userId="828310bd016f3a07" providerId="LiveId" clId="{5ABEB0C5-DA3F-4DEF-989E-398DB7726EB2}" dt="2026-07-03T19:57:01.157" v="1709"/>
          <pc:sldLayoutMkLst>
            <pc:docMk/>
            <pc:sldMasterMk cId="250330654" sldId="2147483677"/>
            <pc:sldLayoutMk cId="2891279110" sldId="2147483692"/>
          </pc:sldLayoutMkLst>
        </pc:sldLayoutChg>
        <pc:sldLayoutChg chg="modTransition">
          <pc:chgData name="rittika maity" userId="828310bd016f3a07" providerId="LiveId" clId="{5ABEB0C5-DA3F-4DEF-989E-398DB7726EB2}" dt="2026-07-03T19:57:01.157" v="1709"/>
          <pc:sldLayoutMkLst>
            <pc:docMk/>
            <pc:sldMasterMk cId="250330654" sldId="2147483677"/>
            <pc:sldLayoutMk cId="2128198341" sldId="2147483693"/>
          </pc:sldLayoutMkLst>
        </pc:sldLayoutChg>
        <pc:sldLayoutChg chg="modTransition">
          <pc:chgData name="rittika maity" userId="828310bd016f3a07" providerId="LiveId" clId="{5ABEB0C5-DA3F-4DEF-989E-398DB7726EB2}" dt="2026-07-03T19:57:01.157" v="1709"/>
          <pc:sldLayoutMkLst>
            <pc:docMk/>
            <pc:sldMasterMk cId="250330654" sldId="2147483677"/>
            <pc:sldLayoutMk cId="3982999145" sldId="2147483694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3974-9850-42AF-9766-1B4D43BBD77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CEE3-94CD-43D5-918F-11FB9153F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9162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3974-9850-42AF-9766-1B4D43BBD77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5E5DCEE3-94CD-43D5-918F-11FB9153F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3804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3974-9850-42AF-9766-1B4D43BBD77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CEE3-94CD-43D5-918F-11FB9153F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7439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3974-9850-42AF-9766-1B4D43BBD77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CEE3-94CD-43D5-918F-11FB9153F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406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3974-9850-42AF-9766-1B4D43BBD77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CEE3-94CD-43D5-918F-11FB9153F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995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3974-9850-42AF-9766-1B4D43BBD77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CEE3-94CD-43D5-918F-11FB9153F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1002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3974-9850-42AF-9766-1B4D43BBD77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CEE3-94CD-43D5-918F-11FB9153F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7293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3974-9850-42AF-9766-1B4D43BBD77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CEE3-94CD-43D5-918F-11FB9153F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091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3974-9850-42AF-9766-1B4D43BBD77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CEE3-94CD-43D5-918F-11FB9153F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1925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3974-9850-42AF-9766-1B4D43BBD77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CEE3-94CD-43D5-918F-11FB9153F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010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3974-9850-42AF-9766-1B4D43BBD77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CEE3-94CD-43D5-918F-11FB9153F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9230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3974-9850-42AF-9766-1B4D43BBD77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CEE3-94CD-43D5-918F-11FB9153F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475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3974-9850-42AF-9766-1B4D43BBD77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CEE3-94CD-43D5-918F-11FB9153F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1180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3974-9850-42AF-9766-1B4D43BBD77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CEE3-94CD-43D5-918F-11FB9153F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642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3974-9850-42AF-9766-1B4D43BBD77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CEE3-94CD-43D5-918F-11FB9153F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2791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3974-9850-42AF-9766-1B4D43BBD77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CEE3-94CD-43D5-918F-11FB9153F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1983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3974-9850-42AF-9766-1B4D43BBD77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CEE3-94CD-43D5-918F-11FB9153F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9991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E2C3974-9850-42AF-9766-1B4D43BBD77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E5DCEE3-94CD-43D5-918F-11FB9153F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30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sv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B99241A-5722-E0F4-5F7C-739742B6B981}"/>
              </a:ext>
            </a:extLst>
          </p:cNvPr>
          <p:cNvSpPr/>
          <p:nvPr/>
        </p:nvSpPr>
        <p:spPr>
          <a:xfrm>
            <a:off x="5971101" y="3225322"/>
            <a:ext cx="2759242" cy="1295400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      Power BI- </a:t>
            </a:r>
            <a:r>
              <a:rPr lang="en-IN" dirty="0">
                <a:solidFill>
                  <a:schemeClr val="tx1"/>
                </a:solidFill>
              </a:rPr>
              <a:t>Data Modelling, DAX &amp; Dashboard Development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5F1C54-FBDA-7A7F-BD7E-38F8C3C820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303814"/>
            <a:ext cx="537366" cy="3337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EB5E37-1664-D850-79A8-F9DE8BEC40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6759" y="288758"/>
            <a:ext cx="6721641" cy="2149642"/>
          </a:xfrm>
        </p:spPr>
        <p:txBody>
          <a:bodyPr>
            <a:noAutofit/>
          </a:bodyPr>
          <a:lstStyle/>
          <a:p>
            <a:pPr algn="ctr"/>
            <a:r>
              <a:rPr lang="en-IN" sz="7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HR ANALYTICS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F75392-B2E9-BBD3-D47F-501C2251BD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36759" y="2550695"/>
            <a:ext cx="6914146" cy="878305"/>
          </a:xfrm>
        </p:spPr>
        <p:txBody>
          <a:bodyPr>
            <a:normAutofit/>
          </a:bodyPr>
          <a:lstStyle/>
          <a:p>
            <a:r>
              <a:rPr lang="en-IN" sz="3200" b="1" dirty="0"/>
              <a:t>20 Dashboards | 20 Business Questions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792A18D-2EDA-2B7D-606A-92F7B4ADB32F}"/>
              </a:ext>
            </a:extLst>
          </p:cNvPr>
          <p:cNvSpPr/>
          <p:nvPr/>
        </p:nvSpPr>
        <p:spPr>
          <a:xfrm>
            <a:off x="3004458" y="3225322"/>
            <a:ext cx="2422357" cy="1295400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    Excel-</a:t>
            </a:r>
            <a:r>
              <a:rPr lang="en-IN" dirty="0"/>
              <a:t> </a:t>
            </a:r>
            <a:r>
              <a:rPr lang="en-IN" dirty="0">
                <a:solidFill>
                  <a:schemeClr val="tx1"/>
                </a:solidFill>
              </a:rPr>
              <a:t>Data Collection &amp; Preparation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3694DC-C13F-AA34-C3A7-44F1019A42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4458" y="3336471"/>
            <a:ext cx="827312" cy="65314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B1CBFD6-76B5-C4AA-C8BC-025E2EE8FCB7}"/>
              </a:ext>
            </a:extLst>
          </p:cNvPr>
          <p:cNvSpPr txBox="1"/>
          <p:nvPr/>
        </p:nvSpPr>
        <p:spPr>
          <a:xfrm>
            <a:off x="9535886" y="5878285"/>
            <a:ext cx="2307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Present By: Team 2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8D4EA35-A33F-1D0C-DDE6-C1584BEFF6A5}"/>
              </a:ext>
            </a:extLst>
          </p:cNvPr>
          <p:cNvSpPr/>
          <p:nvPr/>
        </p:nvSpPr>
        <p:spPr>
          <a:xfrm>
            <a:off x="9274629" y="3225322"/>
            <a:ext cx="2759241" cy="1295400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       </a:t>
            </a:r>
            <a:r>
              <a:rPr lang="en-IN" sz="2000" b="1" dirty="0"/>
              <a:t>Business Insights- </a:t>
            </a:r>
            <a:r>
              <a:rPr lang="en-IN" dirty="0"/>
              <a:t>HR </a:t>
            </a:r>
            <a:r>
              <a:rPr lang="en-IN" dirty="0">
                <a:solidFill>
                  <a:schemeClr val="tx1"/>
                </a:solidFill>
              </a:rPr>
              <a:t>Recommendations</a:t>
            </a:r>
            <a:r>
              <a:rPr lang="en-IN" dirty="0"/>
              <a:t> &amp; Decision Support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30" name="Graphic 29" descr="Business Growth with solid fill">
            <a:extLst>
              <a:ext uri="{FF2B5EF4-FFF2-40B4-BE49-F238E27FC236}">
                <a16:creationId xmlns:a16="http://schemas.microsoft.com/office/drawing/2014/main" id="{98A7D52F-86F0-D776-E7AF-9A7B7272C5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4629" y="3204168"/>
            <a:ext cx="591795" cy="591795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B7F6813-0159-A808-EF5A-DD7D2582186C}"/>
              </a:ext>
            </a:extLst>
          </p:cNvPr>
          <p:cNvCxnSpPr>
            <a:cxnSpLocks/>
          </p:cNvCxnSpPr>
          <p:nvPr/>
        </p:nvCxnSpPr>
        <p:spPr>
          <a:xfrm>
            <a:off x="5529943" y="3886200"/>
            <a:ext cx="31568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A426639-94C8-AED5-4B8A-B473BC01379D}"/>
              </a:ext>
            </a:extLst>
          </p:cNvPr>
          <p:cNvCxnSpPr>
            <a:cxnSpLocks/>
          </p:cNvCxnSpPr>
          <p:nvPr/>
        </p:nvCxnSpPr>
        <p:spPr>
          <a:xfrm>
            <a:off x="8828314" y="3975576"/>
            <a:ext cx="31568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79922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AA4BC-5F17-CDAB-F262-0C3291222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/>
              <a:t>Business 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67DA00-187F-E9FE-E919-7558DF26FE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4312" y="2024743"/>
            <a:ext cx="4895055" cy="3026229"/>
          </a:xfrm>
        </p:spPr>
        <p:txBody>
          <a:bodyPr/>
          <a:lstStyle/>
          <a:p>
            <a:r>
              <a:rPr lang="en-IN" sz="2400" b="1" dirty="0"/>
              <a:t>Business Objective-</a:t>
            </a:r>
          </a:p>
          <a:p>
            <a:r>
              <a:rPr lang="en-IN" dirty="0"/>
              <a:t>HR wants to identify the key drivers of employee attrition and improve employee retention through data-driven decision.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F2EF59-2350-86F4-735F-3C991A50FE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07967" y="2438399"/>
            <a:ext cx="4895056" cy="2841173"/>
          </a:xfrm>
        </p:spPr>
        <p:txBody>
          <a:bodyPr>
            <a:normAutofit/>
          </a:bodyPr>
          <a:lstStyle/>
          <a:p>
            <a:r>
              <a:rPr lang="en-IN" sz="2400" b="1" dirty="0"/>
              <a:t>Business Questions-</a:t>
            </a:r>
          </a:p>
          <a:p>
            <a:r>
              <a:rPr lang="en-IN" dirty="0"/>
              <a:t>1. Why are Employees Leaving?</a:t>
            </a:r>
          </a:p>
          <a:p>
            <a:r>
              <a:rPr lang="en-IN" dirty="0"/>
              <a:t>2. Dose overtime increase attrition?</a:t>
            </a:r>
          </a:p>
          <a:p>
            <a:r>
              <a:rPr lang="en-IN" dirty="0"/>
              <a:t>3. Does work-life Balance improve Retention?</a:t>
            </a:r>
          </a:p>
          <a:p>
            <a:r>
              <a:rPr lang="en-IN" dirty="0"/>
              <a:t>4. Are promotions effective?</a:t>
            </a:r>
          </a:p>
          <a:p>
            <a:r>
              <a:rPr lang="en-IN" dirty="0"/>
              <a:t>5. remote work beneficial?</a:t>
            </a:r>
          </a:p>
        </p:txBody>
      </p:sp>
    </p:spTree>
    <p:extLst>
      <p:ext uri="{BB962C8B-B14F-4D97-AF65-F5344CB8AC3E}">
        <p14:creationId xmlns:p14="http://schemas.microsoft.com/office/powerpoint/2010/main" val="36006209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3BE66-DD59-559A-A65F-D371AE789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87086"/>
            <a:ext cx="10018713" cy="1804849"/>
          </a:xfrm>
        </p:spPr>
        <p:txBody>
          <a:bodyPr>
            <a:normAutofit/>
          </a:bodyPr>
          <a:lstStyle/>
          <a:p>
            <a:r>
              <a:rPr lang="en-IN" sz="6000" b="1" dirty="0"/>
              <a:t>Dataset 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FEB3E8-E59F-7AAB-580B-7534886E69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9832970"/>
              </p:ext>
            </p:extLst>
          </p:nvPr>
        </p:nvGraphicFramePr>
        <p:xfrm>
          <a:off x="3080657" y="2122714"/>
          <a:ext cx="6651172" cy="2784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5586">
                  <a:extLst>
                    <a:ext uri="{9D8B030D-6E8A-4147-A177-3AD203B41FA5}">
                      <a16:colId xmlns:a16="http://schemas.microsoft.com/office/drawing/2014/main" val="483860897"/>
                    </a:ext>
                  </a:extLst>
                </a:gridCol>
                <a:gridCol w="3325586">
                  <a:extLst>
                    <a:ext uri="{9D8B030D-6E8A-4147-A177-3AD203B41FA5}">
                      <a16:colId xmlns:a16="http://schemas.microsoft.com/office/drawing/2014/main" val="2466677913"/>
                    </a:ext>
                  </a:extLst>
                </a:gridCol>
              </a:tblGrid>
              <a:tr h="41252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ITEM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VALUE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320005834"/>
                  </a:ext>
                </a:extLst>
              </a:tr>
              <a:tr h="412528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Total Employees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74.498K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613583986"/>
                  </a:ext>
                </a:extLst>
              </a:tr>
              <a:tr h="412528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Total Promotion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9K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805778828"/>
                  </a:ext>
                </a:extLst>
              </a:tr>
              <a:tr h="721924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Job Role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5</a:t>
                      </a:r>
                    </a:p>
                    <a:p>
                      <a:pPr algn="ctr"/>
                      <a:endParaRPr lang="en-IN" b="1" dirty="0"/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586232008"/>
                  </a:ext>
                </a:extLst>
              </a:tr>
              <a:tr h="412528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Total Salary Spend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547M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573319034"/>
                  </a:ext>
                </a:extLst>
              </a:tr>
              <a:tr h="412528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Emp Left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35K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489554205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1591CDC-F7C1-6AF5-2CCB-24602A32AB56}"/>
              </a:ext>
            </a:extLst>
          </p:cNvPr>
          <p:cNvSpPr/>
          <p:nvPr/>
        </p:nvSpPr>
        <p:spPr>
          <a:xfrm>
            <a:off x="3080657" y="5138057"/>
            <a:ext cx="6651172" cy="1206135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“The HR dataset contains employee demographic, job, and performance information used to analyse attrition, engagement, promotions, work-life Balance and Workforce trends.”</a:t>
            </a:r>
          </a:p>
        </p:txBody>
      </p:sp>
    </p:spTree>
    <p:extLst>
      <p:ext uri="{BB962C8B-B14F-4D97-AF65-F5344CB8AC3E}">
        <p14:creationId xmlns:p14="http://schemas.microsoft.com/office/powerpoint/2010/main" val="37961442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4C4D75-1684-EB70-25C0-00F09B62C0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372" y="0"/>
            <a:ext cx="10798628" cy="68579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50005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24EB1E-4051-42EC-66AF-5B7E0AA10F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316" y="204715"/>
            <a:ext cx="10869350" cy="650998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725496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B0EAF4-3F97-9BB5-A64B-DD541AFC5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7" y="-1"/>
            <a:ext cx="10680586" cy="670105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000068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0CB24D-923B-0B80-4198-134DF54199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886" y="-1"/>
            <a:ext cx="10504713" cy="67382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609920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79057C-3F88-F2A6-A03B-C404CE1B4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1" y="119743"/>
            <a:ext cx="10646228" cy="65858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907455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3862C3-6C01-21C7-0E9E-80A18CD486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477" y="-77682"/>
            <a:ext cx="10592009" cy="693568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115451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840A0A8-D343-553E-4CCC-FD3775EC97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634" y="3225754"/>
            <a:ext cx="4920343" cy="363224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3F3D618-6939-D1CB-D854-F4C57825C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676" y="3323367"/>
            <a:ext cx="5491778" cy="345843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F6DE7B0-48C2-CCA5-07ED-200FFBD794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0482" y="210411"/>
            <a:ext cx="5336495" cy="31129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8B473A4-2AD6-D9B0-5B6D-787DA25B73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295" y="-97613"/>
            <a:ext cx="5348541" cy="34209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778534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52E0DE-685C-D248-8CF0-D94C06ACD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245" y="0"/>
            <a:ext cx="10823784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842095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A367E1-1BDB-0DBB-3D90-5D7BB132F9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0"/>
            <a:ext cx="10602686" cy="671648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134200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ADCA3D-11A6-B0BA-4404-692DF28C0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113" y="-1"/>
            <a:ext cx="10825143" cy="67600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816739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5F4918E-71B3-FA25-46B3-34D3B200B0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833" y="2512"/>
            <a:ext cx="10754436" cy="673948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792481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754734-4E24-FA6A-16BC-3101A81AFE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918" y="0"/>
            <a:ext cx="1072808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058245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218D0-6589-A5A3-9CA2-C98ACC48B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368490"/>
            <a:ext cx="8519498" cy="1282889"/>
          </a:xfrm>
        </p:spPr>
        <p:txBody>
          <a:bodyPr>
            <a:normAutofit/>
          </a:bodyPr>
          <a:lstStyle/>
          <a:p>
            <a:r>
              <a:rPr lang="en-IN" sz="6000" b="1" dirty="0"/>
              <a:t>Overall Project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6E311-ABDA-AE00-4F8D-F30EFBB61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74209"/>
            <a:ext cx="10018713" cy="401699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Attrition is mainly influenced by overtime, poor work-life balance, and                limited career growth.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Remote work maintains employee satisfaction without reducing performance.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Promotions and leadership opportunities improve retention.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Recognition and company reputation positively impact engagement.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Salary increases alone do not guarantee higher retention.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1403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F75DB-F33C-20E8-08B0-E393EF2BF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313899"/>
            <a:ext cx="10018713" cy="1501254"/>
          </a:xfrm>
        </p:spPr>
        <p:txBody>
          <a:bodyPr>
            <a:normAutofit/>
          </a:bodyPr>
          <a:lstStyle/>
          <a:p>
            <a:r>
              <a:rPr lang="en-IN" sz="6000" b="1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DD41A-DFC6-EF77-A2ED-43C18DD09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5588" y="1815153"/>
            <a:ext cx="8077435" cy="397604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Improve work-life balance.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Reduce excessive overtime.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Increase leadership opportunities.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Expand flexible remote work.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Strengthen employee recognition.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Provide transparent promotion pathways.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1214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0EEE7-F050-FBC8-C452-A74D7720D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0"/>
            <a:ext cx="10018713" cy="2115403"/>
          </a:xfrm>
        </p:spPr>
        <p:txBody>
          <a:bodyPr>
            <a:normAutofit/>
          </a:bodyPr>
          <a:lstStyle/>
          <a:p>
            <a:r>
              <a:rPr lang="en-IN" sz="9600" b="1" i="1" spc="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584AC-3C13-9AF3-4344-A9DFDA282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4896" y="1910690"/>
            <a:ext cx="5636525" cy="1187351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I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 am happy to answer any Questions</a:t>
            </a:r>
            <a:r>
              <a:rPr lang="en-IN" dirty="0"/>
              <a:t>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E6CCA1-6517-01EB-BA03-B63C891AB6D9}"/>
              </a:ext>
            </a:extLst>
          </p:cNvPr>
          <p:cNvCxnSpPr/>
          <p:nvPr/>
        </p:nvCxnSpPr>
        <p:spPr>
          <a:xfrm>
            <a:off x="3466531" y="1692322"/>
            <a:ext cx="5950424" cy="0"/>
          </a:xfrm>
          <a:prstGeom prst="line">
            <a:avLst/>
          </a:prstGeom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EC777B9-CA57-F122-E7C3-2E0689AB4938}"/>
              </a:ext>
            </a:extLst>
          </p:cNvPr>
          <p:cNvSpPr/>
          <p:nvPr/>
        </p:nvSpPr>
        <p:spPr>
          <a:xfrm>
            <a:off x="3370997" y="3207224"/>
            <a:ext cx="5950424" cy="750627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i="1" dirty="0"/>
              <a:t>     Question &amp; Answers</a:t>
            </a:r>
          </a:p>
        </p:txBody>
      </p:sp>
      <p:pic>
        <p:nvPicPr>
          <p:cNvPr id="9" name="Graphic 8" descr="Questions with solid fill">
            <a:extLst>
              <a:ext uri="{FF2B5EF4-FFF2-40B4-BE49-F238E27FC236}">
                <a16:creationId xmlns:a16="http://schemas.microsoft.com/office/drawing/2014/main" id="{190302DC-9DA4-8C97-F99D-1FCAE4EACC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6531" y="3207224"/>
            <a:ext cx="914400" cy="75062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0C6FD2D-3E55-52ED-BA43-B202E6CAC781}"/>
              </a:ext>
            </a:extLst>
          </p:cNvPr>
          <p:cNvCxnSpPr/>
          <p:nvPr/>
        </p:nvCxnSpPr>
        <p:spPr>
          <a:xfrm>
            <a:off x="1856095" y="4312665"/>
            <a:ext cx="302980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F8FB64-6B46-16F8-FE03-E1D7D3FB2AFD}"/>
              </a:ext>
            </a:extLst>
          </p:cNvPr>
          <p:cNvCxnSpPr/>
          <p:nvPr/>
        </p:nvCxnSpPr>
        <p:spPr>
          <a:xfrm>
            <a:off x="6785211" y="4312665"/>
            <a:ext cx="302980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96CCB5E-EC33-5592-3594-FE7283E67840}"/>
              </a:ext>
            </a:extLst>
          </p:cNvPr>
          <p:cNvSpPr txBox="1"/>
          <p:nvPr/>
        </p:nvSpPr>
        <p:spPr>
          <a:xfrm>
            <a:off x="4271748" y="4051055"/>
            <a:ext cx="31389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/>
              <a:t>Toos Used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F2C3E7C-74C3-7373-4A12-69D742CE63A6}"/>
              </a:ext>
            </a:extLst>
          </p:cNvPr>
          <p:cNvCxnSpPr>
            <a:cxnSpLocks/>
          </p:cNvCxnSpPr>
          <p:nvPr/>
        </p:nvCxnSpPr>
        <p:spPr>
          <a:xfrm>
            <a:off x="5841240" y="4817660"/>
            <a:ext cx="0" cy="161043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874A2769-ABE7-8F1B-9F7D-30845E996B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544" y="4333669"/>
            <a:ext cx="1813870" cy="143200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EEC60B9-BF0F-80FA-C124-C683D9AAEE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1136" y="4574275"/>
            <a:ext cx="1439194" cy="109819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D714B5F-7F6C-97C3-5FBC-D02233672F72}"/>
              </a:ext>
            </a:extLst>
          </p:cNvPr>
          <p:cNvSpPr txBox="1"/>
          <p:nvPr/>
        </p:nvSpPr>
        <p:spPr>
          <a:xfrm>
            <a:off x="3065788" y="5507629"/>
            <a:ext cx="13647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Excel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334453-8687-B970-4CED-07FA6A0FC7C1}"/>
              </a:ext>
            </a:extLst>
          </p:cNvPr>
          <p:cNvSpPr txBox="1"/>
          <p:nvPr/>
        </p:nvSpPr>
        <p:spPr>
          <a:xfrm>
            <a:off x="6503159" y="5809060"/>
            <a:ext cx="18219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Power BI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CAAE06-565E-5D0E-3A7E-3DFE7C29CDF6}"/>
              </a:ext>
            </a:extLst>
          </p:cNvPr>
          <p:cNvSpPr txBox="1"/>
          <p:nvPr/>
        </p:nvSpPr>
        <p:spPr>
          <a:xfrm>
            <a:off x="9372456" y="5653822"/>
            <a:ext cx="28195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            </a:t>
            </a:r>
            <a:r>
              <a:rPr lang="en-IN" sz="3200" dirty="0"/>
              <a:t>Team 2</a:t>
            </a:r>
          </a:p>
          <a:p>
            <a:r>
              <a:rPr lang="en-IN" sz="2400" dirty="0"/>
              <a:t>HR Analytics Project</a:t>
            </a:r>
          </a:p>
        </p:txBody>
      </p:sp>
      <p:pic>
        <p:nvPicPr>
          <p:cNvPr id="29" name="Graphic 28" descr="Users with solid fill">
            <a:extLst>
              <a:ext uri="{FF2B5EF4-FFF2-40B4-BE49-F238E27FC236}">
                <a16:creationId xmlns:a16="http://schemas.microsoft.com/office/drawing/2014/main" id="{C13F99D6-5C8A-A347-0D9F-54EB81A345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2456" y="5527290"/>
            <a:ext cx="749725" cy="74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921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352</TotalTime>
  <Words>249</Words>
  <Application>Microsoft Office PowerPoint</Application>
  <PresentationFormat>Widescreen</PresentationFormat>
  <Paragraphs>50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Corbel</vt:lpstr>
      <vt:lpstr>Wingdings</vt:lpstr>
      <vt:lpstr>Parallax</vt:lpstr>
      <vt:lpstr>HR ANALYTICS PROJECT</vt:lpstr>
      <vt:lpstr>Business Problem</vt:lpstr>
      <vt:lpstr>Dataset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Overall Project Insights</vt:lpstr>
      <vt:lpstr>Recommendations</vt:lpstr>
      <vt:lpstr>Thank You!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rittika maity</dc:creator>
  <cp:lastModifiedBy>rittika maity</cp:lastModifiedBy>
  <cp:revision>1</cp:revision>
  <dcterms:created xsi:type="dcterms:W3CDTF">2026-07-02T16:45:47Z</dcterms:created>
  <dcterms:modified xsi:type="dcterms:W3CDTF">2026-07-03T19:57:04Z</dcterms:modified>
</cp:coreProperties>
</file>